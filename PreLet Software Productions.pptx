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7" r:id="rId7"/>
    <p:sldId id="258" r:id="rId8"/>
    <p:sldId id="259" r:id="rId9"/>
    <p:sldId id="260" r:id="rId10"/>
    <p:sldId id="261" r:id="rId11"/>
    <p:sldId id="266" r:id="rId12"/>
    <p:sldId id="262" r:id="rId13"/>
    <p:sldId id="263" r:id="rId14"/>
    <p:sldId id="268" r:id="rId15"/>
    <p:sldId id="264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E4005F-C19D-4782-8257-F70FE115A1A6}" type="doc">
      <dgm:prSet loTypeId="urn:microsoft.com/office/officeart/2005/8/layout/bProcess3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de-AT"/>
        </a:p>
      </dgm:t>
    </dgm:pt>
    <dgm:pt modelId="{A007F94B-B263-48C5-AD9B-CA02AA030A50}">
      <dgm:prSet custT="1"/>
      <dgm:spPr/>
      <dgm:t>
        <a:bodyPr/>
        <a:lstStyle/>
        <a:p>
          <a:r>
            <a:rPr lang="de-DE" sz="1200" dirty="0"/>
            <a:t>Team und Ziel</a:t>
          </a:r>
          <a:endParaRPr lang="de-AT" sz="1200" dirty="0"/>
        </a:p>
      </dgm:t>
    </dgm:pt>
    <dgm:pt modelId="{166AEAA8-1183-42AA-A6FA-23809A355E10}" type="parTrans" cxnId="{9B946DCF-D95C-4C3D-9614-77982E3E56B2}">
      <dgm:prSet/>
      <dgm:spPr/>
      <dgm:t>
        <a:bodyPr/>
        <a:lstStyle/>
        <a:p>
          <a:endParaRPr lang="de-AT"/>
        </a:p>
      </dgm:t>
    </dgm:pt>
    <dgm:pt modelId="{731E7C46-6BC7-4428-98D0-EE9DCE21416D}" type="sibTrans" cxnId="{9B946DCF-D95C-4C3D-9614-77982E3E56B2}">
      <dgm:prSet custT="1"/>
      <dgm:spPr/>
      <dgm:t>
        <a:bodyPr/>
        <a:lstStyle/>
        <a:p>
          <a:endParaRPr lang="de-AT" sz="800"/>
        </a:p>
      </dgm:t>
    </dgm:pt>
    <dgm:pt modelId="{85C349E9-FB25-4298-B4BF-FC69B680B303}">
      <dgm:prSet custT="1"/>
      <dgm:spPr/>
      <dgm:t>
        <a:bodyPr/>
        <a:lstStyle/>
        <a:p>
          <a:r>
            <a:rPr lang="de-DE" sz="1200" dirty="0"/>
            <a:t>Unternehmens-geschichte</a:t>
          </a:r>
          <a:endParaRPr lang="de-AT" sz="1200" dirty="0"/>
        </a:p>
      </dgm:t>
    </dgm:pt>
    <dgm:pt modelId="{84B17D9B-D4A7-4245-AED3-9A8813174064}" type="parTrans" cxnId="{622F4440-0BD3-4616-AF52-0E82DF1FC2FB}">
      <dgm:prSet/>
      <dgm:spPr/>
      <dgm:t>
        <a:bodyPr/>
        <a:lstStyle/>
        <a:p>
          <a:endParaRPr lang="de-AT"/>
        </a:p>
      </dgm:t>
    </dgm:pt>
    <dgm:pt modelId="{6410D249-6748-4E2E-943B-7FA216E38D8C}" type="sibTrans" cxnId="{622F4440-0BD3-4616-AF52-0E82DF1FC2FB}">
      <dgm:prSet custT="1"/>
      <dgm:spPr/>
      <dgm:t>
        <a:bodyPr/>
        <a:lstStyle/>
        <a:p>
          <a:endParaRPr lang="de-AT" sz="800"/>
        </a:p>
      </dgm:t>
    </dgm:pt>
    <dgm:pt modelId="{E7710BCC-862D-421B-8731-38A12D1242C0}">
      <dgm:prSet custT="1"/>
      <dgm:spPr/>
      <dgm:t>
        <a:bodyPr/>
        <a:lstStyle/>
        <a:p>
          <a:r>
            <a:rPr lang="de-DE" sz="1200"/>
            <a:t>Firmenstandort und Ausstattung</a:t>
          </a:r>
          <a:endParaRPr lang="de-AT" sz="1200"/>
        </a:p>
      </dgm:t>
    </dgm:pt>
    <dgm:pt modelId="{B50E3D77-B28C-4008-A810-BF0CF612CF37}" type="parTrans" cxnId="{C5540410-1872-4DFB-B79B-D5AF5C79DACC}">
      <dgm:prSet/>
      <dgm:spPr/>
      <dgm:t>
        <a:bodyPr/>
        <a:lstStyle/>
        <a:p>
          <a:endParaRPr lang="de-AT"/>
        </a:p>
      </dgm:t>
    </dgm:pt>
    <dgm:pt modelId="{C92A4840-AD69-4C79-99AC-E7BB5455DD13}" type="sibTrans" cxnId="{C5540410-1872-4DFB-B79B-D5AF5C79DACC}">
      <dgm:prSet custT="1"/>
      <dgm:spPr/>
      <dgm:t>
        <a:bodyPr/>
        <a:lstStyle/>
        <a:p>
          <a:endParaRPr lang="de-AT" sz="800"/>
        </a:p>
      </dgm:t>
    </dgm:pt>
    <dgm:pt modelId="{69872D0E-B63D-4414-93E5-F76A8A07DF20}">
      <dgm:prSet custT="1"/>
      <dgm:spPr/>
      <dgm:t>
        <a:bodyPr/>
        <a:lstStyle/>
        <a:p>
          <a:r>
            <a:rPr lang="de-DE" sz="1200"/>
            <a:t>Firmenlogo</a:t>
          </a:r>
          <a:endParaRPr lang="de-AT" sz="1200"/>
        </a:p>
      </dgm:t>
    </dgm:pt>
    <dgm:pt modelId="{A80A1D5F-8C31-4EA2-9425-22BFF8F94996}" type="parTrans" cxnId="{011488D2-7DE3-46DD-A1DD-259A04F90124}">
      <dgm:prSet/>
      <dgm:spPr/>
      <dgm:t>
        <a:bodyPr/>
        <a:lstStyle/>
        <a:p>
          <a:endParaRPr lang="de-AT"/>
        </a:p>
      </dgm:t>
    </dgm:pt>
    <dgm:pt modelId="{18E903B6-6960-435A-9B0D-28BA1EA3F7E7}" type="sibTrans" cxnId="{011488D2-7DE3-46DD-A1DD-259A04F90124}">
      <dgm:prSet custT="1"/>
      <dgm:spPr/>
      <dgm:t>
        <a:bodyPr/>
        <a:lstStyle/>
        <a:p>
          <a:endParaRPr lang="de-AT" sz="800"/>
        </a:p>
      </dgm:t>
    </dgm:pt>
    <dgm:pt modelId="{5E01A137-0719-4886-B85E-BAA7BF1C57F0}">
      <dgm:prSet custT="1"/>
      <dgm:spPr/>
      <dgm:t>
        <a:bodyPr/>
        <a:lstStyle/>
        <a:p>
          <a:r>
            <a:rPr lang="de-DE" sz="1200"/>
            <a:t>Gesellschaftsform</a:t>
          </a:r>
          <a:endParaRPr lang="de-AT" sz="1200"/>
        </a:p>
      </dgm:t>
    </dgm:pt>
    <dgm:pt modelId="{D69F537A-7D7E-4C28-B664-7319835AEA8A}" type="parTrans" cxnId="{5A089602-6FEA-4660-A117-1FB3ABC6B083}">
      <dgm:prSet/>
      <dgm:spPr/>
      <dgm:t>
        <a:bodyPr/>
        <a:lstStyle/>
        <a:p>
          <a:endParaRPr lang="de-AT"/>
        </a:p>
      </dgm:t>
    </dgm:pt>
    <dgm:pt modelId="{210744C4-BA94-421D-9EE0-82311D5F6C85}" type="sibTrans" cxnId="{5A089602-6FEA-4660-A117-1FB3ABC6B083}">
      <dgm:prSet custT="1"/>
      <dgm:spPr/>
      <dgm:t>
        <a:bodyPr/>
        <a:lstStyle/>
        <a:p>
          <a:endParaRPr lang="de-AT" sz="800"/>
        </a:p>
      </dgm:t>
    </dgm:pt>
    <dgm:pt modelId="{907C68B4-55D9-436D-9C9D-C17AF3E2DF88}">
      <dgm:prSet custT="1"/>
      <dgm:spPr/>
      <dgm:t>
        <a:bodyPr/>
        <a:lstStyle/>
        <a:p>
          <a:r>
            <a:rPr lang="de-DE" sz="1200"/>
            <a:t>Unsere Branche</a:t>
          </a:r>
          <a:endParaRPr lang="de-AT" sz="1200"/>
        </a:p>
      </dgm:t>
    </dgm:pt>
    <dgm:pt modelId="{CD7C3735-028F-422F-8080-6E6DA31184C3}" type="parTrans" cxnId="{854E7CA4-2769-4CFC-B67D-96816218AD42}">
      <dgm:prSet/>
      <dgm:spPr/>
      <dgm:t>
        <a:bodyPr/>
        <a:lstStyle/>
        <a:p>
          <a:endParaRPr lang="de-AT"/>
        </a:p>
      </dgm:t>
    </dgm:pt>
    <dgm:pt modelId="{81EA6E53-84C8-46F2-A6F4-8C5424240FF4}" type="sibTrans" cxnId="{854E7CA4-2769-4CFC-B67D-96816218AD42}">
      <dgm:prSet custT="1"/>
      <dgm:spPr/>
      <dgm:t>
        <a:bodyPr/>
        <a:lstStyle/>
        <a:p>
          <a:endParaRPr lang="de-AT" sz="800"/>
        </a:p>
      </dgm:t>
    </dgm:pt>
    <dgm:pt modelId="{0582168C-894C-48A8-A4CF-6A641AD989F8}">
      <dgm:prSet custT="1"/>
      <dgm:spPr/>
      <dgm:t>
        <a:bodyPr/>
        <a:lstStyle/>
        <a:p>
          <a:r>
            <a:rPr lang="de-DE" sz="1200"/>
            <a:t>Unsere Spezialisierung</a:t>
          </a:r>
          <a:endParaRPr lang="de-AT" sz="1200"/>
        </a:p>
      </dgm:t>
    </dgm:pt>
    <dgm:pt modelId="{18D3924B-8F1B-4878-AFDB-B48EAF04E567}" type="parTrans" cxnId="{FA895024-F691-4D3E-A99C-433ABF96F561}">
      <dgm:prSet/>
      <dgm:spPr/>
      <dgm:t>
        <a:bodyPr/>
        <a:lstStyle/>
        <a:p>
          <a:endParaRPr lang="de-AT"/>
        </a:p>
      </dgm:t>
    </dgm:pt>
    <dgm:pt modelId="{44016629-2919-41E4-9035-D9FC5014131C}" type="sibTrans" cxnId="{FA895024-F691-4D3E-A99C-433ABF96F561}">
      <dgm:prSet custT="1"/>
      <dgm:spPr/>
      <dgm:t>
        <a:bodyPr/>
        <a:lstStyle/>
        <a:p>
          <a:endParaRPr lang="de-AT" sz="800"/>
        </a:p>
      </dgm:t>
    </dgm:pt>
    <dgm:pt modelId="{0AE011B5-91AD-465F-AA80-9FC290598F59}">
      <dgm:prSet custT="1"/>
      <dgm:spPr/>
      <dgm:t>
        <a:bodyPr/>
        <a:lstStyle/>
        <a:p>
          <a:r>
            <a:rPr lang="de-DE" sz="1200"/>
            <a:t>Finanzierung</a:t>
          </a:r>
          <a:endParaRPr lang="de-AT" sz="1200"/>
        </a:p>
      </dgm:t>
    </dgm:pt>
    <dgm:pt modelId="{BFB38B39-1486-4ED1-AFF9-AC3FA688CCEB}" type="parTrans" cxnId="{6A701C50-F6F5-48DE-8B17-5981F2E44AF1}">
      <dgm:prSet/>
      <dgm:spPr/>
      <dgm:t>
        <a:bodyPr/>
        <a:lstStyle/>
        <a:p>
          <a:endParaRPr lang="de-AT"/>
        </a:p>
      </dgm:t>
    </dgm:pt>
    <dgm:pt modelId="{015F7A24-C221-4F5B-AFD4-319BD0F514C1}" type="sibTrans" cxnId="{6A701C50-F6F5-48DE-8B17-5981F2E44AF1}">
      <dgm:prSet custT="1"/>
      <dgm:spPr/>
      <dgm:t>
        <a:bodyPr/>
        <a:lstStyle/>
        <a:p>
          <a:endParaRPr lang="de-AT" sz="800"/>
        </a:p>
      </dgm:t>
    </dgm:pt>
    <dgm:pt modelId="{C73C34C3-46E4-4480-8464-B9BCAD492F0C}">
      <dgm:prSet custT="1"/>
      <dgm:spPr/>
      <dgm:t>
        <a:bodyPr/>
        <a:lstStyle/>
        <a:p>
          <a:r>
            <a:rPr lang="de-DE" sz="1200"/>
            <a:t>Betriebszeiten</a:t>
          </a:r>
          <a:endParaRPr lang="de-AT" sz="1200"/>
        </a:p>
      </dgm:t>
    </dgm:pt>
    <dgm:pt modelId="{DC9E89CD-8B82-4B71-B45F-8F0F988DAC6B}" type="parTrans" cxnId="{6709BF96-1996-4977-8610-502FE6D06B9F}">
      <dgm:prSet/>
      <dgm:spPr/>
      <dgm:t>
        <a:bodyPr/>
        <a:lstStyle/>
        <a:p>
          <a:endParaRPr lang="de-AT"/>
        </a:p>
      </dgm:t>
    </dgm:pt>
    <dgm:pt modelId="{ECA3500B-D6A9-4A60-8D14-7045AE1DCFFE}" type="sibTrans" cxnId="{6709BF96-1996-4977-8610-502FE6D06B9F}">
      <dgm:prSet custT="1"/>
      <dgm:spPr/>
      <dgm:t>
        <a:bodyPr/>
        <a:lstStyle/>
        <a:p>
          <a:endParaRPr lang="de-AT" sz="800"/>
        </a:p>
      </dgm:t>
    </dgm:pt>
    <dgm:pt modelId="{2BC4F537-C3AE-40E9-9570-660D33E5FC5F}">
      <dgm:prSet custT="1"/>
      <dgm:spPr/>
      <dgm:t>
        <a:bodyPr/>
        <a:lstStyle/>
        <a:p>
          <a:r>
            <a:rPr lang="de-AT" sz="1200"/>
            <a:t>Payment</a:t>
          </a:r>
        </a:p>
      </dgm:t>
    </dgm:pt>
    <dgm:pt modelId="{2180FE80-7E9E-4F25-AB57-B197B4A0213F}" type="parTrans" cxnId="{C1EB8BF1-C400-4A97-8DE6-D67579A3242C}">
      <dgm:prSet/>
      <dgm:spPr/>
      <dgm:t>
        <a:bodyPr/>
        <a:lstStyle/>
        <a:p>
          <a:endParaRPr lang="de-AT"/>
        </a:p>
      </dgm:t>
    </dgm:pt>
    <dgm:pt modelId="{5F9AA6E1-4AED-4FE4-8BB3-0FEC3263C4BC}" type="sibTrans" cxnId="{C1EB8BF1-C400-4A97-8DE6-D67579A3242C}">
      <dgm:prSet custT="1"/>
      <dgm:spPr/>
      <dgm:t>
        <a:bodyPr/>
        <a:lstStyle/>
        <a:p>
          <a:endParaRPr lang="de-AT" sz="800"/>
        </a:p>
      </dgm:t>
    </dgm:pt>
    <dgm:pt modelId="{D00BBF23-1B3C-4789-9266-D90BD1586324}">
      <dgm:prSet custT="1"/>
      <dgm:spPr/>
      <dgm:t>
        <a:bodyPr/>
        <a:lstStyle/>
        <a:p>
          <a:r>
            <a:rPr lang="de-AT" sz="1200"/>
            <a:t>Warum Wir?</a:t>
          </a:r>
        </a:p>
      </dgm:t>
    </dgm:pt>
    <dgm:pt modelId="{F05E8C39-98CE-46A1-89A0-B0DA34FAB190}" type="parTrans" cxnId="{5052A645-86E1-4CD3-BB15-A19E111679AF}">
      <dgm:prSet/>
      <dgm:spPr/>
      <dgm:t>
        <a:bodyPr/>
        <a:lstStyle/>
        <a:p>
          <a:endParaRPr lang="de-AT"/>
        </a:p>
      </dgm:t>
    </dgm:pt>
    <dgm:pt modelId="{8389A397-3792-4B7B-8D6D-2C64E37A34CE}" type="sibTrans" cxnId="{5052A645-86E1-4CD3-BB15-A19E111679AF}">
      <dgm:prSet/>
      <dgm:spPr/>
      <dgm:t>
        <a:bodyPr/>
        <a:lstStyle/>
        <a:p>
          <a:endParaRPr lang="de-AT"/>
        </a:p>
      </dgm:t>
    </dgm:pt>
    <dgm:pt modelId="{66AB3945-35BC-4E7D-B2CD-41C170512B0F}" type="pres">
      <dgm:prSet presAssocID="{EAE4005F-C19D-4782-8257-F70FE115A1A6}" presName="Name0" presStyleCnt="0">
        <dgm:presLayoutVars>
          <dgm:dir/>
          <dgm:resizeHandles val="exact"/>
        </dgm:presLayoutVars>
      </dgm:prSet>
      <dgm:spPr/>
    </dgm:pt>
    <dgm:pt modelId="{9DE0B73B-C5F7-4F6A-ABA5-16971DABB825}" type="pres">
      <dgm:prSet presAssocID="{A007F94B-B263-48C5-AD9B-CA02AA030A50}" presName="node" presStyleLbl="node1" presStyleIdx="0" presStyleCnt="11">
        <dgm:presLayoutVars>
          <dgm:bulletEnabled val="1"/>
        </dgm:presLayoutVars>
      </dgm:prSet>
      <dgm:spPr/>
    </dgm:pt>
    <dgm:pt modelId="{927727BD-B575-4B25-A104-19473F41C14B}" type="pres">
      <dgm:prSet presAssocID="{731E7C46-6BC7-4428-98D0-EE9DCE21416D}" presName="sibTrans" presStyleLbl="sibTrans1D1" presStyleIdx="0" presStyleCnt="10"/>
      <dgm:spPr/>
    </dgm:pt>
    <dgm:pt modelId="{763B3516-75EA-4FAF-9B32-E8168CA473A9}" type="pres">
      <dgm:prSet presAssocID="{731E7C46-6BC7-4428-98D0-EE9DCE21416D}" presName="connectorText" presStyleLbl="sibTrans1D1" presStyleIdx="0" presStyleCnt="10"/>
      <dgm:spPr/>
    </dgm:pt>
    <dgm:pt modelId="{402F6979-5CD9-4823-BF94-C8798C2FB2B6}" type="pres">
      <dgm:prSet presAssocID="{85C349E9-FB25-4298-B4BF-FC69B680B303}" presName="node" presStyleLbl="node1" presStyleIdx="1" presStyleCnt="11">
        <dgm:presLayoutVars>
          <dgm:bulletEnabled val="1"/>
        </dgm:presLayoutVars>
      </dgm:prSet>
      <dgm:spPr/>
    </dgm:pt>
    <dgm:pt modelId="{AEE868E3-F707-4F05-8EAA-F0971E851C56}" type="pres">
      <dgm:prSet presAssocID="{6410D249-6748-4E2E-943B-7FA216E38D8C}" presName="sibTrans" presStyleLbl="sibTrans1D1" presStyleIdx="1" presStyleCnt="10"/>
      <dgm:spPr/>
    </dgm:pt>
    <dgm:pt modelId="{95C37564-6A89-4BDB-892F-DDFA33D33B3F}" type="pres">
      <dgm:prSet presAssocID="{6410D249-6748-4E2E-943B-7FA216E38D8C}" presName="connectorText" presStyleLbl="sibTrans1D1" presStyleIdx="1" presStyleCnt="10"/>
      <dgm:spPr/>
    </dgm:pt>
    <dgm:pt modelId="{43824150-F24E-434E-8EEB-4116302BAE4A}" type="pres">
      <dgm:prSet presAssocID="{E7710BCC-862D-421B-8731-38A12D1242C0}" presName="node" presStyleLbl="node1" presStyleIdx="2" presStyleCnt="11">
        <dgm:presLayoutVars>
          <dgm:bulletEnabled val="1"/>
        </dgm:presLayoutVars>
      </dgm:prSet>
      <dgm:spPr/>
    </dgm:pt>
    <dgm:pt modelId="{5C0A356C-8338-4340-A745-B144335CA5C1}" type="pres">
      <dgm:prSet presAssocID="{C92A4840-AD69-4C79-99AC-E7BB5455DD13}" presName="sibTrans" presStyleLbl="sibTrans1D1" presStyleIdx="2" presStyleCnt="10"/>
      <dgm:spPr/>
    </dgm:pt>
    <dgm:pt modelId="{F334A9B2-1640-4067-92F3-FC6C115EA5F7}" type="pres">
      <dgm:prSet presAssocID="{C92A4840-AD69-4C79-99AC-E7BB5455DD13}" presName="connectorText" presStyleLbl="sibTrans1D1" presStyleIdx="2" presStyleCnt="10"/>
      <dgm:spPr/>
    </dgm:pt>
    <dgm:pt modelId="{BE0A4F7B-1198-4149-8C60-B03C57B13862}" type="pres">
      <dgm:prSet presAssocID="{69872D0E-B63D-4414-93E5-F76A8A07DF20}" presName="node" presStyleLbl="node1" presStyleIdx="3" presStyleCnt="11">
        <dgm:presLayoutVars>
          <dgm:bulletEnabled val="1"/>
        </dgm:presLayoutVars>
      </dgm:prSet>
      <dgm:spPr/>
    </dgm:pt>
    <dgm:pt modelId="{33AE6A59-4B9A-4FEC-AE1E-E22C41637FAB}" type="pres">
      <dgm:prSet presAssocID="{18E903B6-6960-435A-9B0D-28BA1EA3F7E7}" presName="sibTrans" presStyleLbl="sibTrans1D1" presStyleIdx="3" presStyleCnt="10"/>
      <dgm:spPr/>
    </dgm:pt>
    <dgm:pt modelId="{36924318-4E70-4415-9A65-6E8A2ABDCD65}" type="pres">
      <dgm:prSet presAssocID="{18E903B6-6960-435A-9B0D-28BA1EA3F7E7}" presName="connectorText" presStyleLbl="sibTrans1D1" presStyleIdx="3" presStyleCnt="10"/>
      <dgm:spPr/>
    </dgm:pt>
    <dgm:pt modelId="{0A6E39E5-D0B4-41FC-AF92-7C7B6B23E0F3}" type="pres">
      <dgm:prSet presAssocID="{5E01A137-0719-4886-B85E-BAA7BF1C57F0}" presName="node" presStyleLbl="node1" presStyleIdx="4" presStyleCnt="11">
        <dgm:presLayoutVars>
          <dgm:bulletEnabled val="1"/>
        </dgm:presLayoutVars>
      </dgm:prSet>
      <dgm:spPr/>
    </dgm:pt>
    <dgm:pt modelId="{83EEE757-4959-4C62-A5C6-9CAAA5079B85}" type="pres">
      <dgm:prSet presAssocID="{210744C4-BA94-421D-9EE0-82311D5F6C85}" presName="sibTrans" presStyleLbl="sibTrans1D1" presStyleIdx="4" presStyleCnt="10"/>
      <dgm:spPr/>
    </dgm:pt>
    <dgm:pt modelId="{2211AA43-F144-4AA1-A713-C0025E0D37CC}" type="pres">
      <dgm:prSet presAssocID="{210744C4-BA94-421D-9EE0-82311D5F6C85}" presName="connectorText" presStyleLbl="sibTrans1D1" presStyleIdx="4" presStyleCnt="10"/>
      <dgm:spPr/>
    </dgm:pt>
    <dgm:pt modelId="{AB04314F-2627-486C-8988-D7F0FF23C016}" type="pres">
      <dgm:prSet presAssocID="{907C68B4-55D9-436D-9C9D-C17AF3E2DF88}" presName="node" presStyleLbl="node1" presStyleIdx="5" presStyleCnt="11">
        <dgm:presLayoutVars>
          <dgm:bulletEnabled val="1"/>
        </dgm:presLayoutVars>
      </dgm:prSet>
      <dgm:spPr/>
    </dgm:pt>
    <dgm:pt modelId="{C3F444AB-FE9D-4E8B-8DEB-B24442C7AD23}" type="pres">
      <dgm:prSet presAssocID="{81EA6E53-84C8-46F2-A6F4-8C5424240FF4}" presName="sibTrans" presStyleLbl="sibTrans1D1" presStyleIdx="5" presStyleCnt="10"/>
      <dgm:spPr/>
    </dgm:pt>
    <dgm:pt modelId="{90FEB22A-026C-4686-B427-26EF9B2A42BD}" type="pres">
      <dgm:prSet presAssocID="{81EA6E53-84C8-46F2-A6F4-8C5424240FF4}" presName="connectorText" presStyleLbl="sibTrans1D1" presStyleIdx="5" presStyleCnt="10"/>
      <dgm:spPr/>
    </dgm:pt>
    <dgm:pt modelId="{CE8C198D-CB91-4A5E-AEF9-4B369318DEE3}" type="pres">
      <dgm:prSet presAssocID="{0582168C-894C-48A8-A4CF-6A641AD989F8}" presName="node" presStyleLbl="node1" presStyleIdx="6" presStyleCnt="11">
        <dgm:presLayoutVars>
          <dgm:bulletEnabled val="1"/>
        </dgm:presLayoutVars>
      </dgm:prSet>
      <dgm:spPr/>
    </dgm:pt>
    <dgm:pt modelId="{0DEB8336-38F5-4991-A397-052F49A90EC4}" type="pres">
      <dgm:prSet presAssocID="{44016629-2919-41E4-9035-D9FC5014131C}" presName="sibTrans" presStyleLbl="sibTrans1D1" presStyleIdx="6" presStyleCnt="10"/>
      <dgm:spPr/>
    </dgm:pt>
    <dgm:pt modelId="{9F1AAA59-430F-45AB-B823-241CCFD8955B}" type="pres">
      <dgm:prSet presAssocID="{44016629-2919-41E4-9035-D9FC5014131C}" presName="connectorText" presStyleLbl="sibTrans1D1" presStyleIdx="6" presStyleCnt="10"/>
      <dgm:spPr/>
    </dgm:pt>
    <dgm:pt modelId="{59A48172-D19B-4EA0-A28A-389AC865DA7D}" type="pres">
      <dgm:prSet presAssocID="{0AE011B5-91AD-465F-AA80-9FC290598F59}" presName="node" presStyleLbl="node1" presStyleIdx="7" presStyleCnt="11">
        <dgm:presLayoutVars>
          <dgm:bulletEnabled val="1"/>
        </dgm:presLayoutVars>
      </dgm:prSet>
      <dgm:spPr/>
    </dgm:pt>
    <dgm:pt modelId="{124C4736-4E50-48EA-93E1-CF6CFFBC15FD}" type="pres">
      <dgm:prSet presAssocID="{015F7A24-C221-4F5B-AFD4-319BD0F514C1}" presName="sibTrans" presStyleLbl="sibTrans1D1" presStyleIdx="7" presStyleCnt="10"/>
      <dgm:spPr/>
    </dgm:pt>
    <dgm:pt modelId="{8FF8F0EF-B8CF-4492-A4CA-E5AC4627D4C3}" type="pres">
      <dgm:prSet presAssocID="{015F7A24-C221-4F5B-AFD4-319BD0F514C1}" presName="connectorText" presStyleLbl="sibTrans1D1" presStyleIdx="7" presStyleCnt="10"/>
      <dgm:spPr/>
    </dgm:pt>
    <dgm:pt modelId="{0E49B514-BE22-488B-A771-662B901A5FE1}" type="pres">
      <dgm:prSet presAssocID="{C73C34C3-46E4-4480-8464-B9BCAD492F0C}" presName="node" presStyleLbl="node1" presStyleIdx="8" presStyleCnt="11">
        <dgm:presLayoutVars>
          <dgm:bulletEnabled val="1"/>
        </dgm:presLayoutVars>
      </dgm:prSet>
      <dgm:spPr/>
    </dgm:pt>
    <dgm:pt modelId="{CA40EBD9-A809-48C3-9C3E-57FE2439BE02}" type="pres">
      <dgm:prSet presAssocID="{ECA3500B-D6A9-4A60-8D14-7045AE1DCFFE}" presName="sibTrans" presStyleLbl="sibTrans1D1" presStyleIdx="8" presStyleCnt="10"/>
      <dgm:spPr/>
    </dgm:pt>
    <dgm:pt modelId="{C57A548B-F65E-41EE-9BAC-7821D50BD7B3}" type="pres">
      <dgm:prSet presAssocID="{ECA3500B-D6A9-4A60-8D14-7045AE1DCFFE}" presName="connectorText" presStyleLbl="sibTrans1D1" presStyleIdx="8" presStyleCnt="10"/>
      <dgm:spPr/>
    </dgm:pt>
    <dgm:pt modelId="{9B5369EC-9ECB-4DD5-9AFF-5216C0E7642D}" type="pres">
      <dgm:prSet presAssocID="{2BC4F537-C3AE-40E9-9570-660D33E5FC5F}" presName="node" presStyleLbl="node1" presStyleIdx="9" presStyleCnt="11">
        <dgm:presLayoutVars>
          <dgm:bulletEnabled val="1"/>
        </dgm:presLayoutVars>
      </dgm:prSet>
      <dgm:spPr/>
    </dgm:pt>
    <dgm:pt modelId="{EC53C396-DC62-4AAD-BEAC-F947EBA6336A}" type="pres">
      <dgm:prSet presAssocID="{5F9AA6E1-4AED-4FE4-8BB3-0FEC3263C4BC}" presName="sibTrans" presStyleLbl="sibTrans1D1" presStyleIdx="9" presStyleCnt="10"/>
      <dgm:spPr/>
    </dgm:pt>
    <dgm:pt modelId="{A5DC948F-1344-4AA4-8508-A7E9AFF840E4}" type="pres">
      <dgm:prSet presAssocID="{5F9AA6E1-4AED-4FE4-8BB3-0FEC3263C4BC}" presName="connectorText" presStyleLbl="sibTrans1D1" presStyleIdx="9" presStyleCnt="10"/>
      <dgm:spPr/>
    </dgm:pt>
    <dgm:pt modelId="{C08B0A80-622D-4DD1-B609-16EE4385BB71}" type="pres">
      <dgm:prSet presAssocID="{D00BBF23-1B3C-4789-9266-D90BD1586324}" presName="node" presStyleLbl="node1" presStyleIdx="10" presStyleCnt="11" custLinFactX="100000" custLinFactNeighborX="146000" custLinFactNeighborY="-9556">
        <dgm:presLayoutVars>
          <dgm:bulletEnabled val="1"/>
        </dgm:presLayoutVars>
      </dgm:prSet>
      <dgm:spPr/>
    </dgm:pt>
  </dgm:ptLst>
  <dgm:cxnLst>
    <dgm:cxn modelId="{5A089602-6FEA-4660-A117-1FB3ABC6B083}" srcId="{EAE4005F-C19D-4782-8257-F70FE115A1A6}" destId="{5E01A137-0719-4886-B85E-BAA7BF1C57F0}" srcOrd="4" destOrd="0" parTransId="{D69F537A-7D7E-4C28-B664-7319835AEA8A}" sibTransId="{210744C4-BA94-421D-9EE0-82311D5F6C85}"/>
    <dgm:cxn modelId="{F457CE04-58C4-4741-9EB4-5D0D63C02939}" type="presOf" srcId="{210744C4-BA94-421D-9EE0-82311D5F6C85}" destId="{83EEE757-4959-4C62-A5C6-9CAAA5079B85}" srcOrd="0" destOrd="0" presId="urn:microsoft.com/office/officeart/2005/8/layout/bProcess3"/>
    <dgm:cxn modelId="{6BDACB0B-C668-42D3-A964-AFC4DC5F4A6C}" type="presOf" srcId="{2BC4F537-C3AE-40E9-9570-660D33E5FC5F}" destId="{9B5369EC-9ECB-4DD5-9AFF-5216C0E7642D}" srcOrd="0" destOrd="0" presId="urn:microsoft.com/office/officeart/2005/8/layout/bProcess3"/>
    <dgm:cxn modelId="{C5540410-1872-4DFB-B79B-D5AF5C79DACC}" srcId="{EAE4005F-C19D-4782-8257-F70FE115A1A6}" destId="{E7710BCC-862D-421B-8731-38A12D1242C0}" srcOrd="2" destOrd="0" parTransId="{B50E3D77-B28C-4008-A810-BF0CF612CF37}" sibTransId="{C92A4840-AD69-4C79-99AC-E7BB5455DD13}"/>
    <dgm:cxn modelId="{98AC5215-89D9-4C61-95C4-47EA3A58D8C5}" type="presOf" srcId="{0582168C-894C-48A8-A4CF-6A641AD989F8}" destId="{CE8C198D-CB91-4A5E-AEF9-4B369318DEE3}" srcOrd="0" destOrd="0" presId="urn:microsoft.com/office/officeart/2005/8/layout/bProcess3"/>
    <dgm:cxn modelId="{0D73971A-B3CA-4CB4-8F34-526150FB286E}" type="presOf" srcId="{015F7A24-C221-4F5B-AFD4-319BD0F514C1}" destId="{124C4736-4E50-48EA-93E1-CF6CFFBC15FD}" srcOrd="0" destOrd="0" presId="urn:microsoft.com/office/officeart/2005/8/layout/bProcess3"/>
    <dgm:cxn modelId="{F222811B-8A14-44B6-9DDB-94A6CD9FBAB9}" type="presOf" srcId="{44016629-2919-41E4-9035-D9FC5014131C}" destId="{0DEB8336-38F5-4991-A397-052F49A90EC4}" srcOrd="0" destOrd="0" presId="urn:microsoft.com/office/officeart/2005/8/layout/bProcess3"/>
    <dgm:cxn modelId="{8F108A20-B683-488F-9C28-38D5221F3193}" type="presOf" srcId="{ECA3500B-D6A9-4A60-8D14-7045AE1DCFFE}" destId="{C57A548B-F65E-41EE-9BAC-7821D50BD7B3}" srcOrd="1" destOrd="0" presId="urn:microsoft.com/office/officeart/2005/8/layout/bProcess3"/>
    <dgm:cxn modelId="{CBFDF920-7576-4C1C-8062-4BA5BFBBF5F4}" type="presOf" srcId="{44016629-2919-41E4-9035-D9FC5014131C}" destId="{9F1AAA59-430F-45AB-B823-241CCFD8955B}" srcOrd="1" destOrd="0" presId="urn:microsoft.com/office/officeart/2005/8/layout/bProcess3"/>
    <dgm:cxn modelId="{68EC7422-9E7A-40AE-9C61-91B5CF1EA438}" type="presOf" srcId="{18E903B6-6960-435A-9B0D-28BA1EA3F7E7}" destId="{33AE6A59-4B9A-4FEC-AE1E-E22C41637FAB}" srcOrd="0" destOrd="0" presId="urn:microsoft.com/office/officeart/2005/8/layout/bProcess3"/>
    <dgm:cxn modelId="{FA895024-F691-4D3E-A99C-433ABF96F561}" srcId="{EAE4005F-C19D-4782-8257-F70FE115A1A6}" destId="{0582168C-894C-48A8-A4CF-6A641AD989F8}" srcOrd="6" destOrd="0" parTransId="{18D3924B-8F1B-4878-AFDB-B48EAF04E567}" sibTransId="{44016629-2919-41E4-9035-D9FC5014131C}"/>
    <dgm:cxn modelId="{CC33EF24-3FCC-4A84-B47D-4EE9A4EDC2F8}" type="presOf" srcId="{210744C4-BA94-421D-9EE0-82311D5F6C85}" destId="{2211AA43-F144-4AA1-A713-C0025E0D37CC}" srcOrd="1" destOrd="0" presId="urn:microsoft.com/office/officeart/2005/8/layout/bProcess3"/>
    <dgm:cxn modelId="{1BA47833-0737-4FE7-9792-8C3390FC6F40}" type="presOf" srcId="{D00BBF23-1B3C-4789-9266-D90BD1586324}" destId="{C08B0A80-622D-4DD1-B609-16EE4385BB71}" srcOrd="0" destOrd="0" presId="urn:microsoft.com/office/officeart/2005/8/layout/bProcess3"/>
    <dgm:cxn modelId="{95C41836-2D5E-473C-B8A9-EB94D479621D}" type="presOf" srcId="{81EA6E53-84C8-46F2-A6F4-8C5424240FF4}" destId="{C3F444AB-FE9D-4E8B-8DEB-B24442C7AD23}" srcOrd="0" destOrd="0" presId="urn:microsoft.com/office/officeart/2005/8/layout/bProcess3"/>
    <dgm:cxn modelId="{1B29243B-FCC2-4139-AF8C-1C612C833591}" type="presOf" srcId="{18E903B6-6960-435A-9B0D-28BA1EA3F7E7}" destId="{36924318-4E70-4415-9A65-6E8A2ABDCD65}" srcOrd="1" destOrd="0" presId="urn:microsoft.com/office/officeart/2005/8/layout/bProcess3"/>
    <dgm:cxn modelId="{622F4440-0BD3-4616-AF52-0E82DF1FC2FB}" srcId="{EAE4005F-C19D-4782-8257-F70FE115A1A6}" destId="{85C349E9-FB25-4298-B4BF-FC69B680B303}" srcOrd="1" destOrd="0" parTransId="{84B17D9B-D4A7-4245-AED3-9A8813174064}" sibTransId="{6410D249-6748-4E2E-943B-7FA216E38D8C}"/>
    <dgm:cxn modelId="{FA8E455F-8647-49BF-8476-CB1B7235C384}" type="presOf" srcId="{85C349E9-FB25-4298-B4BF-FC69B680B303}" destId="{402F6979-5CD9-4823-BF94-C8798C2FB2B6}" srcOrd="0" destOrd="0" presId="urn:microsoft.com/office/officeart/2005/8/layout/bProcess3"/>
    <dgm:cxn modelId="{F559A260-E7F9-47C5-B72A-8129283DFD67}" type="presOf" srcId="{69872D0E-B63D-4414-93E5-F76A8A07DF20}" destId="{BE0A4F7B-1198-4149-8C60-B03C57B13862}" srcOrd="0" destOrd="0" presId="urn:microsoft.com/office/officeart/2005/8/layout/bProcess3"/>
    <dgm:cxn modelId="{5052A645-86E1-4CD3-BB15-A19E111679AF}" srcId="{EAE4005F-C19D-4782-8257-F70FE115A1A6}" destId="{D00BBF23-1B3C-4789-9266-D90BD1586324}" srcOrd="10" destOrd="0" parTransId="{F05E8C39-98CE-46A1-89A0-B0DA34FAB190}" sibTransId="{8389A397-3792-4B7B-8D6D-2C64E37A34CE}"/>
    <dgm:cxn modelId="{829D2148-97F4-44B5-B815-875C4746CA06}" type="presOf" srcId="{0AE011B5-91AD-465F-AA80-9FC290598F59}" destId="{59A48172-D19B-4EA0-A28A-389AC865DA7D}" srcOrd="0" destOrd="0" presId="urn:microsoft.com/office/officeart/2005/8/layout/bProcess3"/>
    <dgm:cxn modelId="{6A701C50-F6F5-48DE-8B17-5981F2E44AF1}" srcId="{EAE4005F-C19D-4782-8257-F70FE115A1A6}" destId="{0AE011B5-91AD-465F-AA80-9FC290598F59}" srcOrd="7" destOrd="0" parTransId="{BFB38B39-1486-4ED1-AFF9-AC3FA688CCEB}" sibTransId="{015F7A24-C221-4F5B-AFD4-319BD0F514C1}"/>
    <dgm:cxn modelId="{5D859E70-0BA5-421F-A38F-FB06EA132060}" type="presOf" srcId="{6410D249-6748-4E2E-943B-7FA216E38D8C}" destId="{AEE868E3-F707-4F05-8EAA-F0971E851C56}" srcOrd="0" destOrd="0" presId="urn:microsoft.com/office/officeart/2005/8/layout/bProcess3"/>
    <dgm:cxn modelId="{AA3BB556-82BC-47BC-9D0F-CF7147EEEA96}" type="presOf" srcId="{81EA6E53-84C8-46F2-A6F4-8C5424240FF4}" destId="{90FEB22A-026C-4686-B427-26EF9B2A42BD}" srcOrd="1" destOrd="0" presId="urn:microsoft.com/office/officeart/2005/8/layout/bProcess3"/>
    <dgm:cxn modelId="{B1E13779-0946-42F2-95FB-5E8B48E10A40}" type="presOf" srcId="{731E7C46-6BC7-4428-98D0-EE9DCE21416D}" destId="{927727BD-B575-4B25-A104-19473F41C14B}" srcOrd="0" destOrd="0" presId="urn:microsoft.com/office/officeart/2005/8/layout/bProcess3"/>
    <dgm:cxn modelId="{37220D8B-C136-48B4-9AE3-BAF32467CD15}" type="presOf" srcId="{C73C34C3-46E4-4480-8464-B9BCAD492F0C}" destId="{0E49B514-BE22-488B-A771-662B901A5FE1}" srcOrd="0" destOrd="0" presId="urn:microsoft.com/office/officeart/2005/8/layout/bProcess3"/>
    <dgm:cxn modelId="{6709BF96-1996-4977-8610-502FE6D06B9F}" srcId="{EAE4005F-C19D-4782-8257-F70FE115A1A6}" destId="{C73C34C3-46E4-4480-8464-B9BCAD492F0C}" srcOrd="8" destOrd="0" parTransId="{DC9E89CD-8B82-4B71-B45F-8F0F988DAC6B}" sibTransId="{ECA3500B-D6A9-4A60-8D14-7045AE1DCFFE}"/>
    <dgm:cxn modelId="{51987D9B-344C-4A25-9CD1-90FD6EB3CE3C}" type="presOf" srcId="{C92A4840-AD69-4C79-99AC-E7BB5455DD13}" destId="{5C0A356C-8338-4340-A745-B144335CA5C1}" srcOrd="0" destOrd="0" presId="urn:microsoft.com/office/officeart/2005/8/layout/bProcess3"/>
    <dgm:cxn modelId="{2EEB3F9C-32F0-481F-AC55-E334DD358987}" type="presOf" srcId="{907C68B4-55D9-436D-9C9D-C17AF3E2DF88}" destId="{AB04314F-2627-486C-8988-D7F0FF23C016}" srcOrd="0" destOrd="0" presId="urn:microsoft.com/office/officeart/2005/8/layout/bProcess3"/>
    <dgm:cxn modelId="{854E7CA4-2769-4CFC-B67D-96816218AD42}" srcId="{EAE4005F-C19D-4782-8257-F70FE115A1A6}" destId="{907C68B4-55D9-436D-9C9D-C17AF3E2DF88}" srcOrd="5" destOrd="0" parTransId="{CD7C3735-028F-422F-8080-6E6DA31184C3}" sibTransId="{81EA6E53-84C8-46F2-A6F4-8C5424240FF4}"/>
    <dgm:cxn modelId="{286211AF-3E72-43AE-AA4F-3DB3D9F1CD69}" type="presOf" srcId="{A007F94B-B263-48C5-AD9B-CA02AA030A50}" destId="{9DE0B73B-C5F7-4F6A-ABA5-16971DABB825}" srcOrd="0" destOrd="0" presId="urn:microsoft.com/office/officeart/2005/8/layout/bProcess3"/>
    <dgm:cxn modelId="{DFEE05BE-35D1-4BB2-8DA1-C7B3527FBD6E}" type="presOf" srcId="{C92A4840-AD69-4C79-99AC-E7BB5455DD13}" destId="{F334A9B2-1640-4067-92F3-FC6C115EA5F7}" srcOrd="1" destOrd="0" presId="urn:microsoft.com/office/officeart/2005/8/layout/bProcess3"/>
    <dgm:cxn modelId="{6F0595C3-6EA1-4301-AB21-D67F7661F7ED}" type="presOf" srcId="{E7710BCC-862D-421B-8731-38A12D1242C0}" destId="{43824150-F24E-434E-8EEB-4116302BAE4A}" srcOrd="0" destOrd="0" presId="urn:microsoft.com/office/officeart/2005/8/layout/bProcess3"/>
    <dgm:cxn modelId="{1C8594C4-819B-43D4-8F96-15D22C09F9C2}" type="presOf" srcId="{EAE4005F-C19D-4782-8257-F70FE115A1A6}" destId="{66AB3945-35BC-4E7D-B2CD-41C170512B0F}" srcOrd="0" destOrd="0" presId="urn:microsoft.com/office/officeart/2005/8/layout/bProcess3"/>
    <dgm:cxn modelId="{9E80F0CA-68BB-49BC-8FE2-96DE15921F69}" type="presOf" srcId="{6410D249-6748-4E2E-943B-7FA216E38D8C}" destId="{95C37564-6A89-4BDB-892F-DDFA33D33B3F}" srcOrd="1" destOrd="0" presId="urn:microsoft.com/office/officeart/2005/8/layout/bProcess3"/>
    <dgm:cxn modelId="{BCD3D7CB-E798-4412-BBA7-754D80CEF374}" type="presOf" srcId="{5F9AA6E1-4AED-4FE4-8BB3-0FEC3263C4BC}" destId="{EC53C396-DC62-4AAD-BEAC-F947EBA6336A}" srcOrd="0" destOrd="0" presId="urn:microsoft.com/office/officeart/2005/8/layout/bProcess3"/>
    <dgm:cxn modelId="{9B946DCF-D95C-4C3D-9614-77982E3E56B2}" srcId="{EAE4005F-C19D-4782-8257-F70FE115A1A6}" destId="{A007F94B-B263-48C5-AD9B-CA02AA030A50}" srcOrd="0" destOrd="0" parTransId="{166AEAA8-1183-42AA-A6FA-23809A355E10}" sibTransId="{731E7C46-6BC7-4428-98D0-EE9DCE21416D}"/>
    <dgm:cxn modelId="{011488D2-7DE3-46DD-A1DD-259A04F90124}" srcId="{EAE4005F-C19D-4782-8257-F70FE115A1A6}" destId="{69872D0E-B63D-4414-93E5-F76A8A07DF20}" srcOrd="3" destOrd="0" parTransId="{A80A1D5F-8C31-4EA2-9425-22BFF8F94996}" sibTransId="{18E903B6-6960-435A-9B0D-28BA1EA3F7E7}"/>
    <dgm:cxn modelId="{3236D0D8-36E4-4704-9A88-09E863BB1EE2}" type="presOf" srcId="{731E7C46-6BC7-4428-98D0-EE9DCE21416D}" destId="{763B3516-75EA-4FAF-9B32-E8168CA473A9}" srcOrd="1" destOrd="0" presId="urn:microsoft.com/office/officeart/2005/8/layout/bProcess3"/>
    <dgm:cxn modelId="{FC861FE3-B4E8-477B-A756-92863ADBFCD6}" type="presOf" srcId="{015F7A24-C221-4F5B-AFD4-319BD0F514C1}" destId="{8FF8F0EF-B8CF-4492-A4CA-E5AC4627D4C3}" srcOrd="1" destOrd="0" presId="urn:microsoft.com/office/officeart/2005/8/layout/bProcess3"/>
    <dgm:cxn modelId="{C7C075E4-BF49-4F1E-9BC0-0B750993DBF5}" type="presOf" srcId="{ECA3500B-D6A9-4A60-8D14-7045AE1DCFFE}" destId="{CA40EBD9-A809-48C3-9C3E-57FE2439BE02}" srcOrd="0" destOrd="0" presId="urn:microsoft.com/office/officeart/2005/8/layout/bProcess3"/>
    <dgm:cxn modelId="{C1EB8BF1-C400-4A97-8DE6-D67579A3242C}" srcId="{EAE4005F-C19D-4782-8257-F70FE115A1A6}" destId="{2BC4F537-C3AE-40E9-9570-660D33E5FC5F}" srcOrd="9" destOrd="0" parTransId="{2180FE80-7E9E-4F25-AB57-B197B4A0213F}" sibTransId="{5F9AA6E1-4AED-4FE4-8BB3-0FEC3263C4BC}"/>
    <dgm:cxn modelId="{A3A3B8F8-43F5-44DD-9156-F9C32535EE40}" type="presOf" srcId="{5E01A137-0719-4886-B85E-BAA7BF1C57F0}" destId="{0A6E39E5-D0B4-41FC-AF92-7C7B6B23E0F3}" srcOrd="0" destOrd="0" presId="urn:microsoft.com/office/officeart/2005/8/layout/bProcess3"/>
    <dgm:cxn modelId="{0007F7F8-7531-48F9-A11D-41EA9B3682BA}" type="presOf" srcId="{5F9AA6E1-4AED-4FE4-8BB3-0FEC3263C4BC}" destId="{A5DC948F-1344-4AA4-8508-A7E9AFF840E4}" srcOrd="1" destOrd="0" presId="urn:microsoft.com/office/officeart/2005/8/layout/bProcess3"/>
    <dgm:cxn modelId="{63C51876-3076-4F9E-836E-34238A7AB848}" type="presParOf" srcId="{66AB3945-35BC-4E7D-B2CD-41C170512B0F}" destId="{9DE0B73B-C5F7-4F6A-ABA5-16971DABB825}" srcOrd="0" destOrd="0" presId="urn:microsoft.com/office/officeart/2005/8/layout/bProcess3"/>
    <dgm:cxn modelId="{5ACA402A-ACF5-41A7-8B6A-4839C3562BD1}" type="presParOf" srcId="{66AB3945-35BC-4E7D-B2CD-41C170512B0F}" destId="{927727BD-B575-4B25-A104-19473F41C14B}" srcOrd="1" destOrd="0" presId="urn:microsoft.com/office/officeart/2005/8/layout/bProcess3"/>
    <dgm:cxn modelId="{599855B9-CFD0-4978-A86F-04AA513ECED8}" type="presParOf" srcId="{927727BD-B575-4B25-A104-19473F41C14B}" destId="{763B3516-75EA-4FAF-9B32-E8168CA473A9}" srcOrd="0" destOrd="0" presId="urn:microsoft.com/office/officeart/2005/8/layout/bProcess3"/>
    <dgm:cxn modelId="{1CC0F9AC-0DF2-42C5-B993-B35E4E422E83}" type="presParOf" srcId="{66AB3945-35BC-4E7D-B2CD-41C170512B0F}" destId="{402F6979-5CD9-4823-BF94-C8798C2FB2B6}" srcOrd="2" destOrd="0" presId="urn:microsoft.com/office/officeart/2005/8/layout/bProcess3"/>
    <dgm:cxn modelId="{9F8723EE-61D1-4F66-9A6F-BBFE829C69C1}" type="presParOf" srcId="{66AB3945-35BC-4E7D-B2CD-41C170512B0F}" destId="{AEE868E3-F707-4F05-8EAA-F0971E851C56}" srcOrd="3" destOrd="0" presId="urn:microsoft.com/office/officeart/2005/8/layout/bProcess3"/>
    <dgm:cxn modelId="{C5F3AA6B-F5C0-46DB-98D4-F15EF5CA7263}" type="presParOf" srcId="{AEE868E3-F707-4F05-8EAA-F0971E851C56}" destId="{95C37564-6A89-4BDB-892F-DDFA33D33B3F}" srcOrd="0" destOrd="0" presId="urn:microsoft.com/office/officeart/2005/8/layout/bProcess3"/>
    <dgm:cxn modelId="{232EA023-CC82-426C-B59A-F6D509E70A66}" type="presParOf" srcId="{66AB3945-35BC-4E7D-B2CD-41C170512B0F}" destId="{43824150-F24E-434E-8EEB-4116302BAE4A}" srcOrd="4" destOrd="0" presId="urn:microsoft.com/office/officeart/2005/8/layout/bProcess3"/>
    <dgm:cxn modelId="{032D6E5F-823A-42E2-BBCC-F4CB4FD3862F}" type="presParOf" srcId="{66AB3945-35BC-4E7D-B2CD-41C170512B0F}" destId="{5C0A356C-8338-4340-A745-B144335CA5C1}" srcOrd="5" destOrd="0" presId="urn:microsoft.com/office/officeart/2005/8/layout/bProcess3"/>
    <dgm:cxn modelId="{EC052C94-1C17-4403-9DD3-4320CA1D21E0}" type="presParOf" srcId="{5C0A356C-8338-4340-A745-B144335CA5C1}" destId="{F334A9B2-1640-4067-92F3-FC6C115EA5F7}" srcOrd="0" destOrd="0" presId="urn:microsoft.com/office/officeart/2005/8/layout/bProcess3"/>
    <dgm:cxn modelId="{6C4082D1-3380-400C-BADC-DEA4196DD6BB}" type="presParOf" srcId="{66AB3945-35BC-4E7D-B2CD-41C170512B0F}" destId="{BE0A4F7B-1198-4149-8C60-B03C57B13862}" srcOrd="6" destOrd="0" presId="urn:microsoft.com/office/officeart/2005/8/layout/bProcess3"/>
    <dgm:cxn modelId="{4E26838C-1331-4544-A88D-6AEEFB12D2A7}" type="presParOf" srcId="{66AB3945-35BC-4E7D-B2CD-41C170512B0F}" destId="{33AE6A59-4B9A-4FEC-AE1E-E22C41637FAB}" srcOrd="7" destOrd="0" presId="urn:microsoft.com/office/officeart/2005/8/layout/bProcess3"/>
    <dgm:cxn modelId="{ABD85F0C-FD1E-46A0-9C02-078DCA38C467}" type="presParOf" srcId="{33AE6A59-4B9A-4FEC-AE1E-E22C41637FAB}" destId="{36924318-4E70-4415-9A65-6E8A2ABDCD65}" srcOrd="0" destOrd="0" presId="urn:microsoft.com/office/officeart/2005/8/layout/bProcess3"/>
    <dgm:cxn modelId="{9AB8A05A-4785-4CA9-BAE8-EFC987CBE057}" type="presParOf" srcId="{66AB3945-35BC-4E7D-B2CD-41C170512B0F}" destId="{0A6E39E5-D0B4-41FC-AF92-7C7B6B23E0F3}" srcOrd="8" destOrd="0" presId="urn:microsoft.com/office/officeart/2005/8/layout/bProcess3"/>
    <dgm:cxn modelId="{BABCE818-1E7F-4F6B-9BBD-A68BE0B3175B}" type="presParOf" srcId="{66AB3945-35BC-4E7D-B2CD-41C170512B0F}" destId="{83EEE757-4959-4C62-A5C6-9CAAA5079B85}" srcOrd="9" destOrd="0" presId="urn:microsoft.com/office/officeart/2005/8/layout/bProcess3"/>
    <dgm:cxn modelId="{7DBA6112-8F9F-484F-830E-8B3BDCBEC44F}" type="presParOf" srcId="{83EEE757-4959-4C62-A5C6-9CAAA5079B85}" destId="{2211AA43-F144-4AA1-A713-C0025E0D37CC}" srcOrd="0" destOrd="0" presId="urn:microsoft.com/office/officeart/2005/8/layout/bProcess3"/>
    <dgm:cxn modelId="{D49781D0-C115-4330-A5B3-7DA1B82B73B9}" type="presParOf" srcId="{66AB3945-35BC-4E7D-B2CD-41C170512B0F}" destId="{AB04314F-2627-486C-8988-D7F0FF23C016}" srcOrd="10" destOrd="0" presId="urn:microsoft.com/office/officeart/2005/8/layout/bProcess3"/>
    <dgm:cxn modelId="{C46DE967-C589-4161-B4CA-026A771AB6C8}" type="presParOf" srcId="{66AB3945-35BC-4E7D-B2CD-41C170512B0F}" destId="{C3F444AB-FE9D-4E8B-8DEB-B24442C7AD23}" srcOrd="11" destOrd="0" presId="urn:microsoft.com/office/officeart/2005/8/layout/bProcess3"/>
    <dgm:cxn modelId="{930EED61-12A3-47E0-B2E3-77FB0A0808EE}" type="presParOf" srcId="{C3F444AB-FE9D-4E8B-8DEB-B24442C7AD23}" destId="{90FEB22A-026C-4686-B427-26EF9B2A42BD}" srcOrd="0" destOrd="0" presId="urn:microsoft.com/office/officeart/2005/8/layout/bProcess3"/>
    <dgm:cxn modelId="{0F129412-9AE9-4E0F-9DC7-60266B8F7873}" type="presParOf" srcId="{66AB3945-35BC-4E7D-B2CD-41C170512B0F}" destId="{CE8C198D-CB91-4A5E-AEF9-4B369318DEE3}" srcOrd="12" destOrd="0" presId="urn:microsoft.com/office/officeart/2005/8/layout/bProcess3"/>
    <dgm:cxn modelId="{688318FB-B1CB-4745-A0B5-4B9FBBDE35B7}" type="presParOf" srcId="{66AB3945-35BC-4E7D-B2CD-41C170512B0F}" destId="{0DEB8336-38F5-4991-A397-052F49A90EC4}" srcOrd="13" destOrd="0" presId="urn:microsoft.com/office/officeart/2005/8/layout/bProcess3"/>
    <dgm:cxn modelId="{DAFDFA3B-D6FB-4C42-8858-31C4E642CD66}" type="presParOf" srcId="{0DEB8336-38F5-4991-A397-052F49A90EC4}" destId="{9F1AAA59-430F-45AB-B823-241CCFD8955B}" srcOrd="0" destOrd="0" presId="urn:microsoft.com/office/officeart/2005/8/layout/bProcess3"/>
    <dgm:cxn modelId="{95B6FC5B-8F3F-42A0-A8E8-E192A8D2BD7C}" type="presParOf" srcId="{66AB3945-35BC-4E7D-B2CD-41C170512B0F}" destId="{59A48172-D19B-4EA0-A28A-389AC865DA7D}" srcOrd="14" destOrd="0" presId="urn:microsoft.com/office/officeart/2005/8/layout/bProcess3"/>
    <dgm:cxn modelId="{E5D229CC-F3E4-4EC8-B5EC-12604D55D1B3}" type="presParOf" srcId="{66AB3945-35BC-4E7D-B2CD-41C170512B0F}" destId="{124C4736-4E50-48EA-93E1-CF6CFFBC15FD}" srcOrd="15" destOrd="0" presId="urn:microsoft.com/office/officeart/2005/8/layout/bProcess3"/>
    <dgm:cxn modelId="{44405C7A-8D09-4693-AFB1-2F9F180DF088}" type="presParOf" srcId="{124C4736-4E50-48EA-93E1-CF6CFFBC15FD}" destId="{8FF8F0EF-B8CF-4492-A4CA-E5AC4627D4C3}" srcOrd="0" destOrd="0" presId="urn:microsoft.com/office/officeart/2005/8/layout/bProcess3"/>
    <dgm:cxn modelId="{A91B2710-ADC8-4C9F-9EE5-1308FB01D247}" type="presParOf" srcId="{66AB3945-35BC-4E7D-B2CD-41C170512B0F}" destId="{0E49B514-BE22-488B-A771-662B901A5FE1}" srcOrd="16" destOrd="0" presId="urn:microsoft.com/office/officeart/2005/8/layout/bProcess3"/>
    <dgm:cxn modelId="{61564E3B-E24D-4D0F-80C3-921DC0E3B210}" type="presParOf" srcId="{66AB3945-35BC-4E7D-B2CD-41C170512B0F}" destId="{CA40EBD9-A809-48C3-9C3E-57FE2439BE02}" srcOrd="17" destOrd="0" presId="urn:microsoft.com/office/officeart/2005/8/layout/bProcess3"/>
    <dgm:cxn modelId="{74472FDD-0D9B-4C5F-AE0E-520CFCEE090B}" type="presParOf" srcId="{CA40EBD9-A809-48C3-9C3E-57FE2439BE02}" destId="{C57A548B-F65E-41EE-9BAC-7821D50BD7B3}" srcOrd="0" destOrd="0" presId="urn:microsoft.com/office/officeart/2005/8/layout/bProcess3"/>
    <dgm:cxn modelId="{71A13612-EE34-4580-BF73-99BDD5A69D9A}" type="presParOf" srcId="{66AB3945-35BC-4E7D-B2CD-41C170512B0F}" destId="{9B5369EC-9ECB-4DD5-9AFF-5216C0E7642D}" srcOrd="18" destOrd="0" presId="urn:microsoft.com/office/officeart/2005/8/layout/bProcess3"/>
    <dgm:cxn modelId="{6BAA242C-6737-4FAB-BC64-2266B39D6DD6}" type="presParOf" srcId="{66AB3945-35BC-4E7D-B2CD-41C170512B0F}" destId="{EC53C396-DC62-4AAD-BEAC-F947EBA6336A}" srcOrd="19" destOrd="0" presId="urn:microsoft.com/office/officeart/2005/8/layout/bProcess3"/>
    <dgm:cxn modelId="{12DF273B-C626-4C22-A4C1-75FC799AAF62}" type="presParOf" srcId="{EC53C396-DC62-4AAD-BEAC-F947EBA6336A}" destId="{A5DC948F-1344-4AA4-8508-A7E9AFF840E4}" srcOrd="0" destOrd="0" presId="urn:microsoft.com/office/officeart/2005/8/layout/bProcess3"/>
    <dgm:cxn modelId="{06B2FEBF-A14E-46EE-9789-FE58448BD838}" type="presParOf" srcId="{66AB3945-35BC-4E7D-B2CD-41C170512B0F}" destId="{C08B0A80-622D-4DD1-B609-16EE4385BB71}" srcOrd="2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727BD-B575-4B25-A104-19473F41C14B}">
      <dsp:nvSpPr>
        <dsp:cNvPr id="0" name=""/>
        <dsp:cNvSpPr/>
      </dsp:nvSpPr>
      <dsp:spPr>
        <a:xfrm>
          <a:off x="2252100" y="412356"/>
          <a:ext cx="3205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56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2403601" y="456320"/>
        <a:ext cx="17558" cy="3511"/>
      </dsp:txXfrm>
    </dsp:sp>
    <dsp:sp modelId="{9DE0B73B-C5F7-4F6A-ABA5-16971DABB825}">
      <dsp:nvSpPr>
        <dsp:cNvPr id="0" name=""/>
        <dsp:cNvSpPr/>
      </dsp:nvSpPr>
      <dsp:spPr>
        <a:xfrm>
          <a:off x="727117" y="4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Team und Ziel</a:t>
          </a:r>
          <a:endParaRPr lang="de-AT" sz="1200" kern="1200" dirty="0"/>
        </a:p>
      </dsp:txBody>
      <dsp:txXfrm>
        <a:off x="727117" y="41"/>
        <a:ext cx="1526783" cy="916069"/>
      </dsp:txXfrm>
    </dsp:sp>
    <dsp:sp modelId="{AEE868E3-F707-4F05-8EAA-F0971E851C56}">
      <dsp:nvSpPr>
        <dsp:cNvPr id="0" name=""/>
        <dsp:cNvSpPr/>
      </dsp:nvSpPr>
      <dsp:spPr>
        <a:xfrm>
          <a:off x="4130044" y="412356"/>
          <a:ext cx="3205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56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4281545" y="456320"/>
        <a:ext cx="17558" cy="3511"/>
      </dsp:txXfrm>
    </dsp:sp>
    <dsp:sp modelId="{402F6979-5CD9-4823-BF94-C8798C2FB2B6}">
      <dsp:nvSpPr>
        <dsp:cNvPr id="0" name=""/>
        <dsp:cNvSpPr/>
      </dsp:nvSpPr>
      <dsp:spPr>
        <a:xfrm>
          <a:off x="2605061" y="4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dirty="0"/>
            <a:t>Unternehmens-geschichte</a:t>
          </a:r>
          <a:endParaRPr lang="de-AT" sz="1200" kern="1200" dirty="0"/>
        </a:p>
      </dsp:txBody>
      <dsp:txXfrm>
        <a:off x="2605061" y="41"/>
        <a:ext cx="1526783" cy="916069"/>
      </dsp:txXfrm>
    </dsp:sp>
    <dsp:sp modelId="{5C0A356C-8338-4340-A745-B144335CA5C1}">
      <dsp:nvSpPr>
        <dsp:cNvPr id="0" name=""/>
        <dsp:cNvSpPr/>
      </dsp:nvSpPr>
      <dsp:spPr>
        <a:xfrm>
          <a:off x="6007987" y="412356"/>
          <a:ext cx="3205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56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6159488" y="456320"/>
        <a:ext cx="17558" cy="3511"/>
      </dsp:txXfrm>
    </dsp:sp>
    <dsp:sp modelId="{43824150-F24E-434E-8EEB-4116302BAE4A}">
      <dsp:nvSpPr>
        <dsp:cNvPr id="0" name=""/>
        <dsp:cNvSpPr/>
      </dsp:nvSpPr>
      <dsp:spPr>
        <a:xfrm>
          <a:off x="4483004" y="4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Firmenstandort und Ausstattung</a:t>
          </a:r>
          <a:endParaRPr lang="de-AT" sz="1200" kern="1200"/>
        </a:p>
      </dsp:txBody>
      <dsp:txXfrm>
        <a:off x="4483004" y="41"/>
        <a:ext cx="1526783" cy="916069"/>
      </dsp:txXfrm>
    </dsp:sp>
    <dsp:sp modelId="{33AE6A59-4B9A-4FEC-AE1E-E22C41637FAB}">
      <dsp:nvSpPr>
        <dsp:cNvPr id="0" name=""/>
        <dsp:cNvSpPr/>
      </dsp:nvSpPr>
      <dsp:spPr>
        <a:xfrm>
          <a:off x="7885930" y="412356"/>
          <a:ext cx="3205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56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8037432" y="456320"/>
        <a:ext cx="17558" cy="3511"/>
      </dsp:txXfrm>
    </dsp:sp>
    <dsp:sp modelId="{BE0A4F7B-1198-4149-8C60-B03C57B13862}">
      <dsp:nvSpPr>
        <dsp:cNvPr id="0" name=""/>
        <dsp:cNvSpPr/>
      </dsp:nvSpPr>
      <dsp:spPr>
        <a:xfrm>
          <a:off x="6360947" y="4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Firmenlogo</a:t>
          </a:r>
          <a:endParaRPr lang="de-AT" sz="1200" kern="1200"/>
        </a:p>
      </dsp:txBody>
      <dsp:txXfrm>
        <a:off x="6360947" y="41"/>
        <a:ext cx="1526783" cy="916069"/>
      </dsp:txXfrm>
    </dsp:sp>
    <dsp:sp modelId="{83EEE757-4959-4C62-A5C6-9CAAA5079B85}">
      <dsp:nvSpPr>
        <dsp:cNvPr id="0" name=""/>
        <dsp:cNvSpPr/>
      </dsp:nvSpPr>
      <dsp:spPr>
        <a:xfrm>
          <a:off x="1490509" y="914311"/>
          <a:ext cx="7511773" cy="320560"/>
        </a:xfrm>
        <a:custGeom>
          <a:avLst/>
          <a:gdLst/>
          <a:ahLst/>
          <a:cxnLst/>
          <a:rect l="0" t="0" r="0" b="0"/>
          <a:pathLst>
            <a:path>
              <a:moveTo>
                <a:pt x="7511773" y="0"/>
              </a:moveTo>
              <a:lnTo>
                <a:pt x="7511773" y="177380"/>
              </a:lnTo>
              <a:lnTo>
                <a:pt x="0" y="177380"/>
              </a:lnTo>
              <a:lnTo>
                <a:pt x="0" y="32056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5058396" y="1072835"/>
        <a:ext cx="375998" cy="3511"/>
      </dsp:txXfrm>
    </dsp:sp>
    <dsp:sp modelId="{0A6E39E5-D0B4-41FC-AF92-7C7B6B23E0F3}">
      <dsp:nvSpPr>
        <dsp:cNvPr id="0" name=""/>
        <dsp:cNvSpPr/>
      </dsp:nvSpPr>
      <dsp:spPr>
        <a:xfrm>
          <a:off x="8238891" y="4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Gesellschaftsform</a:t>
          </a:r>
          <a:endParaRPr lang="de-AT" sz="1200" kern="1200"/>
        </a:p>
      </dsp:txBody>
      <dsp:txXfrm>
        <a:off x="8238891" y="41"/>
        <a:ext cx="1526783" cy="916069"/>
      </dsp:txXfrm>
    </dsp:sp>
    <dsp:sp modelId="{C3F444AB-FE9D-4E8B-8DEB-B24442C7AD23}">
      <dsp:nvSpPr>
        <dsp:cNvPr id="0" name=""/>
        <dsp:cNvSpPr/>
      </dsp:nvSpPr>
      <dsp:spPr>
        <a:xfrm>
          <a:off x="2252100" y="1679586"/>
          <a:ext cx="3205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56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2403601" y="1723550"/>
        <a:ext cx="17558" cy="3511"/>
      </dsp:txXfrm>
    </dsp:sp>
    <dsp:sp modelId="{AB04314F-2627-486C-8988-D7F0FF23C016}">
      <dsp:nvSpPr>
        <dsp:cNvPr id="0" name=""/>
        <dsp:cNvSpPr/>
      </dsp:nvSpPr>
      <dsp:spPr>
        <a:xfrm>
          <a:off x="727117" y="126727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Unsere Branche</a:t>
          </a:r>
          <a:endParaRPr lang="de-AT" sz="1200" kern="1200"/>
        </a:p>
      </dsp:txBody>
      <dsp:txXfrm>
        <a:off x="727117" y="1267271"/>
        <a:ext cx="1526783" cy="916069"/>
      </dsp:txXfrm>
    </dsp:sp>
    <dsp:sp modelId="{0DEB8336-38F5-4991-A397-052F49A90EC4}">
      <dsp:nvSpPr>
        <dsp:cNvPr id="0" name=""/>
        <dsp:cNvSpPr/>
      </dsp:nvSpPr>
      <dsp:spPr>
        <a:xfrm>
          <a:off x="4130044" y="1679586"/>
          <a:ext cx="3205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56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4281545" y="1723550"/>
        <a:ext cx="17558" cy="3511"/>
      </dsp:txXfrm>
    </dsp:sp>
    <dsp:sp modelId="{CE8C198D-CB91-4A5E-AEF9-4B369318DEE3}">
      <dsp:nvSpPr>
        <dsp:cNvPr id="0" name=""/>
        <dsp:cNvSpPr/>
      </dsp:nvSpPr>
      <dsp:spPr>
        <a:xfrm>
          <a:off x="2605061" y="126727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Unsere Spezialisierung</a:t>
          </a:r>
          <a:endParaRPr lang="de-AT" sz="1200" kern="1200"/>
        </a:p>
      </dsp:txBody>
      <dsp:txXfrm>
        <a:off x="2605061" y="1267271"/>
        <a:ext cx="1526783" cy="916069"/>
      </dsp:txXfrm>
    </dsp:sp>
    <dsp:sp modelId="{124C4736-4E50-48EA-93E1-CF6CFFBC15FD}">
      <dsp:nvSpPr>
        <dsp:cNvPr id="0" name=""/>
        <dsp:cNvSpPr/>
      </dsp:nvSpPr>
      <dsp:spPr>
        <a:xfrm>
          <a:off x="6007987" y="1679586"/>
          <a:ext cx="3205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56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6159488" y="1723550"/>
        <a:ext cx="17558" cy="3511"/>
      </dsp:txXfrm>
    </dsp:sp>
    <dsp:sp modelId="{59A48172-D19B-4EA0-A28A-389AC865DA7D}">
      <dsp:nvSpPr>
        <dsp:cNvPr id="0" name=""/>
        <dsp:cNvSpPr/>
      </dsp:nvSpPr>
      <dsp:spPr>
        <a:xfrm>
          <a:off x="4483004" y="126727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Finanzierung</a:t>
          </a:r>
          <a:endParaRPr lang="de-AT" sz="1200" kern="1200"/>
        </a:p>
      </dsp:txBody>
      <dsp:txXfrm>
        <a:off x="4483004" y="1267271"/>
        <a:ext cx="1526783" cy="916069"/>
      </dsp:txXfrm>
    </dsp:sp>
    <dsp:sp modelId="{CA40EBD9-A809-48C3-9C3E-57FE2439BE02}">
      <dsp:nvSpPr>
        <dsp:cNvPr id="0" name=""/>
        <dsp:cNvSpPr/>
      </dsp:nvSpPr>
      <dsp:spPr>
        <a:xfrm>
          <a:off x="7885930" y="1679586"/>
          <a:ext cx="3205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560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8037432" y="1723550"/>
        <a:ext cx="17558" cy="3511"/>
      </dsp:txXfrm>
    </dsp:sp>
    <dsp:sp modelId="{0E49B514-BE22-488B-A771-662B901A5FE1}">
      <dsp:nvSpPr>
        <dsp:cNvPr id="0" name=""/>
        <dsp:cNvSpPr/>
      </dsp:nvSpPr>
      <dsp:spPr>
        <a:xfrm>
          <a:off x="6360947" y="126727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/>
            <a:t>Betriebszeiten</a:t>
          </a:r>
          <a:endParaRPr lang="de-AT" sz="1200" kern="1200"/>
        </a:p>
      </dsp:txBody>
      <dsp:txXfrm>
        <a:off x="6360947" y="1267271"/>
        <a:ext cx="1526783" cy="916069"/>
      </dsp:txXfrm>
    </dsp:sp>
    <dsp:sp modelId="{EC53C396-DC62-4AAD-BEAC-F947EBA6336A}">
      <dsp:nvSpPr>
        <dsp:cNvPr id="0" name=""/>
        <dsp:cNvSpPr/>
      </dsp:nvSpPr>
      <dsp:spPr>
        <a:xfrm>
          <a:off x="5246396" y="2181541"/>
          <a:ext cx="3755886" cy="233020"/>
        </a:xfrm>
        <a:custGeom>
          <a:avLst/>
          <a:gdLst/>
          <a:ahLst/>
          <a:cxnLst/>
          <a:rect l="0" t="0" r="0" b="0"/>
          <a:pathLst>
            <a:path>
              <a:moveTo>
                <a:pt x="3755886" y="0"/>
              </a:moveTo>
              <a:lnTo>
                <a:pt x="3755886" y="133610"/>
              </a:lnTo>
              <a:lnTo>
                <a:pt x="0" y="133610"/>
              </a:lnTo>
              <a:lnTo>
                <a:pt x="0" y="2330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AT" sz="800" kern="1200"/>
        </a:p>
      </dsp:txBody>
      <dsp:txXfrm>
        <a:off x="7030211" y="2296295"/>
        <a:ext cx="188256" cy="3511"/>
      </dsp:txXfrm>
    </dsp:sp>
    <dsp:sp modelId="{9B5369EC-9ECB-4DD5-9AFF-5216C0E7642D}">
      <dsp:nvSpPr>
        <dsp:cNvPr id="0" name=""/>
        <dsp:cNvSpPr/>
      </dsp:nvSpPr>
      <dsp:spPr>
        <a:xfrm>
          <a:off x="8238891" y="126727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200" kern="1200"/>
            <a:t>Payment</a:t>
          </a:r>
        </a:p>
      </dsp:txBody>
      <dsp:txXfrm>
        <a:off x="8238891" y="1267271"/>
        <a:ext cx="1526783" cy="916069"/>
      </dsp:txXfrm>
    </dsp:sp>
    <dsp:sp modelId="{C08B0A80-622D-4DD1-B609-16EE4385BB71}">
      <dsp:nvSpPr>
        <dsp:cNvPr id="0" name=""/>
        <dsp:cNvSpPr/>
      </dsp:nvSpPr>
      <dsp:spPr>
        <a:xfrm>
          <a:off x="4483004" y="2446961"/>
          <a:ext cx="1526783" cy="91606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4000"/>
                <a:alpha val="100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200" kern="1200"/>
            <a:t>Warum Wir?</a:t>
          </a:r>
        </a:p>
      </dsp:txBody>
      <dsp:txXfrm>
        <a:off x="4483004" y="2446961"/>
        <a:ext cx="1526783" cy="9160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78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83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00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84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39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81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6443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67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704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762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658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DB59D-B431-48B4-8618-73E9486F9CDB}" type="datetimeFigureOut">
              <a:rPr lang="de-AT" smtClean="0"/>
              <a:t>12.12.2023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4E69D71-C689-410D-B7A7-049B2A2BC8D8}" type="slidenum">
              <a:rPr lang="de-AT" smtClean="0"/>
              <a:t>‹Nr.›</a:t>
            </a:fld>
            <a:endParaRPr lang="de-AT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28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704F503D-F6E2-401F-9E04-273FA6835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3729"/>
            <a:ext cx="2793782" cy="279238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032660C-18E9-4841-82C5-1421207F3C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PreLet</a:t>
            </a:r>
            <a:r>
              <a:rPr lang="de-DE" dirty="0"/>
              <a:t> Software </a:t>
            </a:r>
            <a:r>
              <a:rPr lang="de-DE" dirty="0" err="1"/>
              <a:t>Productions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EDADF2-144A-4557-9C83-41C2C4918A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Fabian Preuer und Florian </a:t>
            </a:r>
            <a:r>
              <a:rPr lang="de-DE" dirty="0" err="1"/>
              <a:t>Lettenbichler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75936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0B710-995A-4A45-9979-B76FB374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  <a:endParaRPr lang="de-AT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83552EE0-2A93-4F35-941C-E26FABF0AE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0225103"/>
              </p:ext>
            </p:extLst>
          </p:nvPr>
        </p:nvGraphicFramePr>
        <p:xfrm>
          <a:off x="562062" y="2082844"/>
          <a:ext cx="10492792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9746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A82FDA-27A1-4475-9DDC-D615FCAF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Team und unser Ziel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D58BA2-9BE5-492B-91F0-99D62F76D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Wer ist wofür in der Firma zuständig?</a:t>
            </a:r>
          </a:p>
          <a:p>
            <a:r>
              <a:rPr lang="de-DE" dirty="0"/>
              <a:t>Haben wir Mitarbeiter? ( Wie Viele ? )</a:t>
            </a:r>
          </a:p>
          <a:p>
            <a:r>
              <a:rPr lang="de-DE" dirty="0"/>
              <a:t>Möchten wir mehr Mitarbeiter?</a:t>
            </a:r>
          </a:p>
          <a:p>
            <a:r>
              <a:rPr lang="de-DE" dirty="0"/>
              <a:t>Wir bilden KEINE Lehrlinge aus!</a:t>
            </a:r>
          </a:p>
          <a:p>
            <a:r>
              <a:rPr lang="de-DE" dirty="0"/>
              <a:t>Was wollen wir in 5 Jahren erreichen?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FA1708C-8CCE-46C9-961A-9B22DA599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032" y="1853754"/>
            <a:ext cx="2500968" cy="333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18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441CA4-52FC-4B06-94AA-4033166F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Unternehmensgeschichte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519944-79EE-4674-9C9F-362C3DB8D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24062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61625-8AC6-4A38-AA07-B37CBBA4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Firmenstandort und Ausstattung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E44138-E2F0-4D84-8BA6-A70D1983F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Wo sind wir?</a:t>
            </a:r>
          </a:p>
          <a:p>
            <a:r>
              <a:rPr lang="de-DE" dirty="0"/>
              <a:t>Büro-Ausstattung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3343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12373-7375-4E23-8272-4959BE2F7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Firmenlogo</a:t>
            </a:r>
            <a:endParaRPr lang="de-AT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DDE71B3B-1301-419C-A3C1-55CB491CB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15" name="Inhaltsplatzhalter 11">
            <a:extLst>
              <a:ext uri="{FF2B5EF4-FFF2-40B4-BE49-F238E27FC236}">
                <a16:creationId xmlns:a16="http://schemas.microsoft.com/office/drawing/2014/main" id="{A58F064B-A387-4B5F-86F4-8A572BD62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637" y="0"/>
            <a:ext cx="3451363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651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DAE053-2968-486C-913F-7663B8BA3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Gesellschaftsform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200401-188B-43D7-A79D-1D9E47D34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1383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DBAB35-00DE-47DE-A4E5-F98141865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Unsere Branche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59EAAD-A2F0-455C-87AB-C776EA890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85095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97BD6-2DC6-442D-A204-FD0ECB40A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Unsere Spezialisierung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A3F695-CDC2-4AE3-8124-B03CA16B5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84069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6C991-7280-4B36-875F-771071DB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Finanzierung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F0FC0A-CF34-4DA6-9805-473B5219B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Wie können wir uns alles leisten?</a:t>
            </a:r>
          </a:p>
          <a:p>
            <a:r>
              <a:rPr lang="de-DE" dirty="0"/>
              <a:t>Wie möchten wir unseren Umsatz erhöhen?</a:t>
            </a:r>
          </a:p>
          <a:p>
            <a:r>
              <a:rPr lang="de-DE" dirty="0"/>
              <a:t>Konkrete Zahlen</a:t>
            </a:r>
          </a:p>
          <a:p>
            <a:r>
              <a:rPr lang="de-DE" dirty="0"/>
              <a:t>Budget für Werbung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71578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87A59A-9D2A-450A-ABA8-50ADF3B1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Betriebszeiten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1CAF0F-395A-48BB-B592-801B714B6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Wann sind wir erreichbar?</a:t>
            </a:r>
          </a:p>
          <a:p>
            <a:r>
              <a:rPr lang="de-DE" dirty="0"/>
              <a:t>Wie sind wir erreichbar?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06088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66E6B-4BB6-4F32-A62B-F5CBAB27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Payment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0FB21A-1AE0-466B-B14F-62237E41C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Welche Zahlungsmethoden und Zahlungsbedingungen bieten wir an?</a:t>
            </a:r>
          </a:p>
          <a:p>
            <a:r>
              <a:rPr lang="de-DE" dirty="0"/>
              <a:t>Unsere Bankverbindung angeben (BIC, IBAN)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691935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6CE12F-5267-48D7-8162-DB2E2F1F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Warum wir?</a:t>
            </a:r>
            <a:endParaRPr lang="de-AT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BF41D00C-3B31-4F60-B72F-2E7BBC83E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10" name="Inhaltsplatzhalter 6">
            <a:extLst>
              <a:ext uri="{FF2B5EF4-FFF2-40B4-BE49-F238E27FC236}">
                <a16:creationId xmlns:a16="http://schemas.microsoft.com/office/drawing/2014/main" id="{16DC2542-71D7-4757-A8BB-F8619E178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637" y="3408362"/>
            <a:ext cx="3451363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916974"/>
      </p:ext>
    </p:extLst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Katalog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Katalog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talog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a0413fe-f7ed-4f31-86b3-604f36c896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62679034210E43A05A4B209DCA2DCB" ma:contentTypeVersion="9" ma:contentTypeDescription="Ein neues Dokument erstellen." ma:contentTypeScope="" ma:versionID="81354fbcd8c938ef17bb695ce8a30bec">
  <xsd:schema xmlns:xsd="http://www.w3.org/2001/XMLSchema" xmlns:xs="http://www.w3.org/2001/XMLSchema" xmlns:p="http://schemas.microsoft.com/office/2006/metadata/properties" xmlns:ns3="ba0413fe-f7ed-4f31-86b3-604f36c8969b" xmlns:ns4="92dda3c8-4091-4562-8eec-6722f66cd08c" targetNamespace="http://schemas.microsoft.com/office/2006/metadata/properties" ma:root="true" ma:fieldsID="dc2d29c9dde395e4f4c4da8126613a42" ns3:_="" ns4:_="">
    <xsd:import namespace="ba0413fe-f7ed-4f31-86b3-604f36c8969b"/>
    <xsd:import namespace="92dda3c8-4091-4562-8eec-6722f66cd08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0413fe-f7ed-4f31-86b3-604f36c8969b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da3c8-4091-4562-8eec-6722f66cd08c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F5C8C-DA56-47FB-8D30-F2B916ED1667}">
  <ds:schemaRefs>
    <ds:schemaRef ds:uri="http://schemas.microsoft.com/office/infopath/2007/PartnerControls"/>
    <ds:schemaRef ds:uri="http://purl.org/dc/elements/1.1/"/>
    <ds:schemaRef ds:uri="ba0413fe-f7ed-4f31-86b3-604f36c8969b"/>
    <ds:schemaRef ds:uri="http://www.w3.org/XML/1998/namespace"/>
    <ds:schemaRef ds:uri="92dda3c8-4091-4562-8eec-6722f66cd08c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26645DE-732E-459D-90DF-0504FD0086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1218AC-7E80-4FDE-AFAE-7AF2B3B5F1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0413fe-f7ed-4f31-86b3-604f36c8969b"/>
    <ds:schemaRef ds:uri="92dda3c8-4091-4562-8eec-6722f66cd0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135</Words>
  <Application>Microsoft Office PowerPoint</Application>
  <PresentationFormat>Breitbild</PresentationFormat>
  <Paragraphs>40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Katalog</vt:lpstr>
      <vt:lpstr>PreLet Software Productions</vt:lpstr>
      <vt:lpstr>Inhalt</vt:lpstr>
      <vt:lpstr>Das Team und unser Ziel</vt:lpstr>
      <vt:lpstr>Unternehmensgeschichte</vt:lpstr>
      <vt:lpstr>Firmenstandort und Ausstattung</vt:lpstr>
      <vt:lpstr>Firmenlogo</vt:lpstr>
      <vt:lpstr>Gesellschaftsform</vt:lpstr>
      <vt:lpstr>Unsere Branche</vt:lpstr>
      <vt:lpstr>Unsere Spezialisierung</vt:lpstr>
      <vt:lpstr>Finanzierung</vt:lpstr>
      <vt:lpstr>Betriebszeiten</vt:lpstr>
      <vt:lpstr>Payment</vt:lpstr>
      <vt:lpstr>Warum wir?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PreLet Software Productions</dc:title>
  <dc:creator>Fabian Preuer</dc:creator>
  <cp:lastModifiedBy>Fabian Preuer</cp:lastModifiedBy>
  <cp:revision>3</cp:revision>
  <dcterms:created xsi:type="dcterms:W3CDTF">2023-11-22T07:00:20Z</dcterms:created>
  <dcterms:modified xsi:type="dcterms:W3CDTF">2023-12-12T06:46:41Z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0x0101005262679034210E43A05A4B209DCA2DCB</vt:lpwstr>
  </property>
</Properties>
</file>